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B198-9B88-577F-50BA-06A8FE8A2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F790D-BBBE-75A0-A9F9-5B304C49B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0001B-BFE6-4798-3B83-4BB25BBF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3B13F-5934-7AA1-890E-B691DA28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34734-7CD8-96FB-9BE6-91F1C6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6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82E7-32FC-A5D0-84C3-B4E88C4A5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E8C68-19D7-55DA-D1C9-AF25E3D0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96DD6-3FC1-1136-3B31-BCB9D8CD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25AF5-E51F-F472-E98C-1ACF8F4C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2276F-87F0-8FFD-A5FD-F9678A1B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32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D8E8-5D87-E5D5-B684-7F73AC52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4E10F-64C6-9AD2-5C77-C40621EEB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9D39-06D3-7A84-FF31-6F4CE6DE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62B5B-2A5B-8554-AEB8-3BBD047E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BA3D5-F73F-3E3F-80B4-167DCFC5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7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902E-A791-A7E3-1017-B24EC4DE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03264-5AC6-3A31-D948-0CCA1768A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63DF6-F9E9-F761-B4F1-14647F7DD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AEF1D-A2E6-7BBE-444C-756F21C3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7363B-DE33-B129-628F-2D40C683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1A1E6-8EA4-A3BC-A7BA-AC08D79F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643B-816E-8204-1319-234A4729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3A6AF-41FE-1E58-2B97-58DA387CA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15F04-ADA6-91E5-D423-2F03F46E8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FC86F6-30D1-4BAD-1541-BAE08CF37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9ECFB-62F6-8E06-0B96-CEDFBD341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F6659-8330-6786-D0E9-662266D4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D951E-7B8B-4133-82B2-72635679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0A4B5-1B9F-6702-C37E-1152315C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7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8138-A2E5-2644-2FAD-E005189A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48C8F-66B2-4AF2-D578-0003D57A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8CF3B-EDC5-AE35-81C1-FC248E2D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05221-F690-79ED-2F02-5A030316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0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064F1-5D95-42A5-471D-6AB5AF4B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05678-69D2-F98C-3172-46DF9094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60135-11D1-9767-8E85-BBA3C2BC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D95F-62D9-60B8-4E82-23E6E6A2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5FC80-3764-5FC0-851C-B588627F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56C9-0C1F-D427-CE7E-1806A741D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A8AC5-DBB6-A27E-20C7-F2B3B06B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4CD48-0911-2D09-8DA2-17287FCF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FDCFF-FDCF-D98B-AB6F-24108B88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5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A0AA-2DE3-939F-64D4-D7540C5F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28DF2-9DE5-2212-648B-9AC5A2E4A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4D719-E7A4-883C-1D31-516107F9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AA12C-A7E8-E84F-DD94-685B8BC6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30930-940B-7C7E-1AD1-15358316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FE2E3-D228-E3EF-B964-9D429856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7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733B-0B8C-79A6-D870-071CA5CF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BAD13-1476-F627-C35F-A3EF91231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92EFE-6FBF-BC16-C7CC-A64D7AD03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C5F82-22F8-9C5E-8CAF-FA5F5BF1D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771A0-91B3-7085-603C-2D32EFE7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0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C3815-262D-4474-1D09-1214FC23E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1ED26-AD3E-9EB7-2232-CB306FC90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337FE-0E2C-07E2-6845-27D790F2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7108C-0CE9-FB58-F538-1BA39D9F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21913-C56C-4AE6-10DC-F1D25DE0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0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998F2-8D91-CA50-CB13-50F43641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F8519-4FF4-E020-900F-403959D3F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4213A-7A3F-A2AD-86C1-31DBA5E7A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61836-3E03-844B-A93E-2F90902EF3C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4D9DC-6B1F-6EFC-D9A8-CB6C7A857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1EB5F-4B8F-15B3-8119-3CAC90742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3E0FC-684C-CE43-8283-20575A7C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2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A14234B-20A5-A200-990F-1FBF24487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653" y="3628103"/>
            <a:ext cx="4306527" cy="2691580"/>
          </a:xfrm>
          <a:prstGeom prst="rect">
            <a:avLst/>
          </a:prstGeom>
        </p:spPr>
      </p:pic>
      <p:pic>
        <p:nvPicPr>
          <p:cNvPr id="9" name="Picture 8" descr="Chart, background pattern&#10;&#10;Description automatically generated">
            <a:extLst>
              <a:ext uri="{FF2B5EF4-FFF2-40B4-BE49-F238E27FC236}">
                <a16:creationId xmlns:a16="http://schemas.microsoft.com/office/drawing/2014/main" id="{E792DE16-95DC-4080-BA9A-C5F17D1A7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10" y="3429000"/>
            <a:ext cx="2666509" cy="1666568"/>
          </a:xfrm>
          <a:prstGeom prst="rect">
            <a:avLst/>
          </a:prstGeom>
        </p:spPr>
      </p:pic>
      <p:pic>
        <p:nvPicPr>
          <p:cNvPr id="11" name="Picture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3A6737A-2D00-9DC8-115A-DD1E8974D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15" y="4822722"/>
            <a:ext cx="2662733" cy="166420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067EC7-6AB2-B6BC-54FC-80285CAB1A26}"/>
              </a:ext>
            </a:extLst>
          </p:cNvPr>
          <p:cNvCxnSpPr/>
          <p:nvPr/>
        </p:nvCxnSpPr>
        <p:spPr>
          <a:xfrm>
            <a:off x="5574890" y="4822722"/>
            <a:ext cx="113562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04A7EF2-13EB-E6B2-E28A-7AB249018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10" y="371070"/>
            <a:ext cx="4301338" cy="268833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AB5B7F-F837-7054-8EE0-710A3B9CE762}"/>
              </a:ext>
            </a:extLst>
          </p:cNvPr>
          <p:cNvCxnSpPr/>
          <p:nvPr/>
        </p:nvCxnSpPr>
        <p:spPr>
          <a:xfrm>
            <a:off x="5196348" y="1715238"/>
            <a:ext cx="113562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6FA225B-AE5F-ACED-D0A1-C19440B186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653" y="371070"/>
            <a:ext cx="4301338" cy="26883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BFE37DA-7FC9-46B3-98E4-B6D212BD26BC}"/>
              </a:ext>
            </a:extLst>
          </p:cNvPr>
          <p:cNvSpPr txBox="1"/>
          <p:nvPr/>
        </p:nvSpPr>
        <p:spPr>
          <a:xfrm>
            <a:off x="4681032" y="741378"/>
            <a:ext cx="21662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F9AD88-A09C-2585-F81A-DAF054DD410D}"/>
              </a:ext>
            </a:extLst>
          </p:cNvPr>
          <p:cNvSpPr txBox="1"/>
          <p:nvPr/>
        </p:nvSpPr>
        <p:spPr>
          <a:xfrm>
            <a:off x="5311525" y="3848861"/>
            <a:ext cx="14112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253613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Elder</dc:creator>
  <cp:lastModifiedBy>Jacob Elder</cp:lastModifiedBy>
  <cp:revision>1</cp:revision>
  <dcterms:created xsi:type="dcterms:W3CDTF">2022-05-04T19:43:14Z</dcterms:created>
  <dcterms:modified xsi:type="dcterms:W3CDTF">2022-05-04T20:08:32Z</dcterms:modified>
</cp:coreProperties>
</file>