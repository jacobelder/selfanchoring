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65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8"/>
    <p:restoredTop sz="96197"/>
  </p:normalViewPr>
  <p:slideViewPr>
    <p:cSldViewPr snapToGrid="0">
      <p:cViewPr varScale="1">
        <p:scale>
          <a:sx n="87" d="100"/>
          <a:sy n="87" d="100"/>
        </p:scale>
        <p:origin x="21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FB1DD-9528-2A43-9080-1407A977E16E}" type="datetimeFigureOut">
              <a:rPr lang="en-US" smtClean="0"/>
              <a:t>4/20/23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35D60-6DFE-DD48-9ACB-81C744C4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85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FC7488-0D65-2C46-B4C1-B47218BB4B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0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8722-7312-ED53-0BFC-513459763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59F1E-2440-F0E3-E659-CF280AA66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DE36A-9925-BDA3-2CB2-72BBD955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12E79-040F-C6F5-0891-F8FD1D6A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E8F8F-3C37-E994-7B37-9C1ED939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3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F9C9-1B2D-5AFE-CDE8-9ADA9D74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34FA5-2857-9164-A0A3-F9FC68CF6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3859D-375F-F149-DB5C-28BC384D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C7F33-01D7-F773-B475-570004A7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9FA65-1E99-F92E-27EC-A50E22F1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9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76D6-747B-3674-1C9F-CA36FA92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F0580-0C0C-FC95-081D-E9162272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8C8B4-6BC2-EA8E-C138-412D6A97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5733D-4BCF-CF9B-3DFF-722A503B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C0882-40C6-7760-E3D5-16EC4F52A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4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C21F-32C1-141D-DEAE-DECFDFC62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57524-5249-A30E-42E0-7A59BBE78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F8A01-53F5-661B-F3D3-0C4E083D3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A902D-C3EC-41CB-BD10-3CD2C7D01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4E78E-8F39-9F40-885B-91A6A3BB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4DB73-479F-9843-B629-EA73C3B1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0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5FFA-88C4-64AC-9B4D-BA315A752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80188-689F-4352-4946-86DDFF488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94E78-7923-0E7F-F084-AB02DBE00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1FD2F-2471-2304-2776-436B770AD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D5BA8-AB16-B222-DF54-71F5AA47A4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98DF60-2ECB-2554-5241-3E871F2E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375A8D-5B9E-45E2-1936-F891E5B4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42B49-CD37-0F5F-B6BE-0B6AAEA0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47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8D7D-6059-4E2E-BAF7-6032C5E8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68A77-15BF-4E90-B11E-C23A0922F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CA44A-D752-16B9-F231-A312ADB1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DBEE1-8696-1A04-A196-487E3B87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9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D46DA-3FF2-37E3-0021-1534BC3C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5AF8C-C2C0-FC34-6268-03AB0094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63150-4AAA-1EAF-9806-FCE30EB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6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387E-DCAB-CDBD-47E6-4E192FA5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9B84A-5471-FE94-3070-FB739EDCF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6268D-B1E2-6F89-47D6-F2686FCF3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A0F8E-28D2-6F59-8D4A-71D80963E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456EB-7F33-9743-B356-A04A59755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45119-9220-D57C-B9BB-7E876367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6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864A-FCFC-E83A-FB21-DBD65E88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582FF-848B-C328-FC46-A09A2D153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AFB22-4B30-30E5-4467-D6B765B3F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C6E77-4851-8E45-E0BB-42884923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029FD-2FD0-30C0-DC4D-579E4264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FE902-463C-09F3-02D0-A42BB907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9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C415-EB0D-9F4C-3AE2-0E8D79A1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E1873-9A7D-219C-2CA4-45FEA3F4E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FC952-4177-A4B1-66A3-00D0174B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920B3-FEA1-78C6-C60D-971E62A5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C8BC-8720-DDD5-324E-169E9C78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5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DA2E7-5B12-0D0A-C191-87A4215CB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7E301-CF73-B501-348C-FFFD30E42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4727B-7C89-ECF3-F2A4-DDFB0BEA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6F92D-F730-A1E7-EB1D-A6F8772D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D1896-78E4-9E8D-1BFA-34B8AB29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5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30821-FCF2-D9EE-8759-40A40E84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A1BF8-7ED9-017F-3981-AE599AAF0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C9626-8145-86D0-2C7D-38A794164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F8BCE-6B0B-7A47-9C3B-FCE9F1DF4EC2}" type="datetimeFigureOut">
              <a:rPr lang="en-US" smtClean="0"/>
              <a:t>4/20/23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AA15C-80F3-B2C5-0F83-34420E6CE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E9484-CA2F-563B-CE41-2E6F87F1A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1D066-E2FB-8742-9304-B1B5E298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40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80F4-B883-C42B-E44D-157A19E6A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925" y="527102"/>
            <a:ext cx="2937387" cy="51933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500" dirty="0"/>
              <a:t>High Homophily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191472-039C-9468-7613-5679344D0F52}"/>
              </a:ext>
            </a:extLst>
          </p:cNvPr>
          <p:cNvSpPr/>
          <p:nvPr/>
        </p:nvSpPr>
        <p:spPr>
          <a:xfrm>
            <a:off x="2035268" y="3196656"/>
            <a:ext cx="1012372" cy="9252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A40AFF-698C-EE6C-96A8-CE126F564AD0}"/>
              </a:ext>
            </a:extLst>
          </p:cNvPr>
          <p:cNvCxnSpPr>
            <a:cxnSpLocks/>
            <a:stCxn id="6" idx="5"/>
            <a:endCxn id="4" idx="1"/>
          </p:cNvCxnSpPr>
          <p:nvPr/>
        </p:nvCxnSpPr>
        <p:spPr>
          <a:xfrm>
            <a:off x="1506011" y="2807038"/>
            <a:ext cx="677515" cy="5251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5359D5A-D9EC-BDF0-CAB3-F3A3EEBFBEAE}"/>
              </a:ext>
            </a:extLst>
          </p:cNvPr>
          <p:cNvSpPr/>
          <p:nvPr/>
        </p:nvSpPr>
        <p:spPr>
          <a:xfrm>
            <a:off x="641897" y="2017257"/>
            <a:ext cx="1012372" cy="9252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F1EB30-79CA-0E8B-C7D2-AFFD50A7EBCA}"/>
              </a:ext>
            </a:extLst>
          </p:cNvPr>
          <p:cNvSpPr/>
          <p:nvPr/>
        </p:nvSpPr>
        <p:spPr>
          <a:xfrm>
            <a:off x="1994325" y="1627639"/>
            <a:ext cx="1012372" cy="9252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9431D0-158D-CDAF-BAB8-E3D6F72FB714}"/>
              </a:ext>
            </a:extLst>
          </p:cNvPr>
          <p:cNvCxnSpPr>
            <a:cxnSpLocks/>
            <a:stCxn id="7" idx="4"/>
            <a:endCxn id="4" idx="0"/>
          </p:cNvCxnSpPr>
          <p:nvPr/>
        </p:nvCxnSpPr>
        <p:spPr>
          <a:xfrm>
            <a:off x="2500511" y="2552925"/>
            <a:ext cx="40943" cy="6437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E197078-95F6-779F-3BA6-FEDF55ECDEEE}"/>
              </a:ext>
            </a:extLst>
          </p:cNvPr>
          <p:cNvSpPr/>
          <p:nvPr/>
        </p:nvSpPr>
        <p:spPr>
          <a:xfrm>
            <a:off x="3535954" y="2422637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0FE850-6A92-081A-37D7-D1482A353E0B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>
            <a:off x="1284925" y="3658733"/>
            <a:ext cx="750343" cy="5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987A938-BC4F-EA1C-E944-6A96DB0520D0}"/>
              </a:ext>
            </a:extLst>
          </p:cNvPr>
          <p:cNvSpPr/>
          <p:nvPr/>
        </p:nvSpPr>
        <p:spPr>
          <a:xfrm>
            <a:off x="272553" y="3196090"/>
            <a:ext cx="1012372" cy="9252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1C8F63-5266-4637-7151-DE057124D474}"/>
              </a:ext>
            </a:extLst>
          </p:cNvPr>
          <p:cNvCxnSpPr>
            <a:cxnSpLocks/>
            <a:stCxn id="9" idx="3"/>
            <a:endCxn id="4" idx="6"/>
          </p:cNvCxnSpPr>
          <p:nvPr/>
        </p:nvCxnSpPr>
        <p:spPr>
          <a:xfrm flipH="1">
            <a:off x="3047640" y="3212418"/>
            <a:ext cx="636572" cy="4468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76B898F-5D70-4431-16F3-FF8FF319191B}"/>
              </a:ext>
            </a:extLst>
          </p:cNvPr>
          <p:cNvSpPr/>
          <p:nvPr/>
        </p:nvSpPr>
        <p:spPr>
          <a:xfrm>
            <a:off x="3365926" y="4257447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C95501-4651-3063-8913-3C443A9215BC}"/>
              </a:ext>
            </a:extLst>
          </p:cNvPr>
          <p:cNvCxnSpPr>
            <a:cxnSpLocks/>
            <a:stCxn id="13" idx="1"/>
            <a:endCxn id="4" idx="5"/>
          </p:cNvCxnSpPr>
          <p:nvPr/>
        </p:nvCxnSpPr>
        <p:spPr>
          <a:xfrm flipH="1" flipV="1">
            <a:off x="2899382" y="3986437"/>
            <a:ext cx="614802" cy="4065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69499B8-AFBC-0EF1-A463-9A233AEC7E00}"/>
              </a:ext>
            </a:extLst>
          </p:cNvPr>
          <p:cNvSpPr/>
          <p:nvPr/>
        </p:nvSpPr>
        <p:spPr>
          <a:xfrm>
            <a:off x="1887010" y="4810352"/>
            <a:ext cx="1012372" cy="9252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9A9BA0-A0E3-A672-6904-6672B6A90AB6}"/>
              </a:ext>
            </a:extLst>
          </p:cNvPr>
          <p:cNvCxnSpPr>
            <a:cxnSpLocks/>
            <a:stCxn id="15" idx="0"/>
            <a:endCxn id="4" idx="4"/>
          </p:cNvCxnSpPr>
          <p:nvPr/>
        </p:nvCxnSpPr>
        <p:spPr>
          <a:xfrm flipV="1">
            <a:off x="2393196" y="4121942"/>
            <a:ext cx="148258" cy="6884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E727E4-340C-5795-A487-89ECA86054CD}"/>
              </a:ext>
            </a:extLst>
          </p:cNvPr>
          <p:cNvSpPr/>
          <p:nvPr/>
        </p:nvSpPr>
        <p:spPr>
          <a:xfrm>
            <a:off x="4601279" y="1265067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F453215-143B-0CF0-1A00-794C0860B7BB}"/>
              </a:ext>
            </a:extLst>
          </p:cNvPr>
          <p:cNvSpPr/>
          <p:nvPr/>
        </p:nvSpPr>
        <p:spPr>
          <a:xfrm>
            <a:off x="5020025" y="2347004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B6E949A-07D8-3544-53A6-D82A152B779C}"/>
              </a:ext>
            </a:extLst>
          </p:cNvPr>
          <p:cNvSpPr/>
          <p:nvPr/>
        </p:nvSpPr>
        <p:spPr>
          <a:xfrm>
            <a:off x="4437111" y="3332161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5EB818-677B-E233-F2F6-BB88687655E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006697" y="2131571"/>
            <a:ext cx="677515" cy="4265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1BF474-795E-7522-8997-F71F1445CB0E}"/>
              </a:ext>
            </a:extLst>
          </p:cNvPr>
          <p:cNvCxnSpPr>
            <a:cxnSpLocks/>
            <a:stCxn id="6" idx="7"/>
            <a:endCxn id="7" idx="2"/>
          </p:cNvCxnSpPr>
          <p:nvPr/>
        </p:nvCxnSpPr>
        <p:spPr>
          <a:xfrm flipV="1">
            <a:off x="1506011" y="2090282"/>
            <a:ext cx="488314" cy="62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1F7EF3A-39D0-78D4-924A-1DDFAD991AEB}"/>
              </a:ext>
            </a:extLst>
          </p:cNvPr>
          <p:cNvCxnSpPr>
            <a:cxnSpLocks/>
            <a:stCxn id="9" idx="5"/>
            <a:endCxn id="19" idx="1"/>
          </p:cNvCxnSpPr>
          <p:nvPr/>
        </p:nvCxnSpPr>
        <p:spPr>
          <a:xfrm>
            <a:off x="4400068" y="3212418"/>
            <a:ext cx="185301" cy="2552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6D5E88F-552C-82D2-5E49-9E3DD7AF358B}"/>
              </a:ext>
            </a:extLst>
          </p:cNvPr>
          <p:cNvCxnSpPr>
            <a:cxnSpLocks/>
            <a:stCxn id="9" idx="6"/>
            <a:endCxn id="18" idx="2"/>
          </p:cNvCxnSpPr>
          <p:nvPr/>
        </p:nvCxnSpPr>
        <p:spPr>
          <a:xfrm flipV="1">
            <a:off x="4548326" y="2809647"/>
            <a:ext cx="471699" cy="756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AB95E6-9F5A-C722-988E-ADBCCBF12A6F}"/>
              </a:ext>
            </a:extLst>
          </p:cNvPr>
          <p:cNvCxnSpPr>
            <a:cxnSpLocks/>
            <a:stCxn id="9" idx="7"/>
            <a:endCxn id="17" idx="3"/>
          </p:cNvCxnSpPr>
          <p:nvPr/>
        </p:nvCxnSpPr>
        <p:spPr>
          <a:xfrm flipV="1">
            <a:off x="4400068" y="2054848"/>
            <a:ext cx="349469" cy="5032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DFD09E-770C-29CD-AC7E-D21965558AFA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4216553" y="4121942"/>
            <a:ext cx="368816" cy="2522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B5B934FB-4134-EC8A-23F5-CEDAD89B1D14}"/>
              </a:ext>
            </a:extLst>
          </p:cNvPr>
          <p:cNvSpPr/>
          <p:nvPr/>
        </p:nvSpPr>
        <p:spPr>
          <a:xfrm>
            <a:off x="8030664" y="3196656"/>
            <a:ext cx="1012372" cy="925286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46DCD7C-6DE0-B267-0194-48093C086827}"/>
              </a:ext>
            </a:extLst>
          </p:cNvPr>
          <p:cNvCxnSpPr>
            <a:cxnSpLocks/>
            <a:stCxn id="48" idx="5"/>
            <a:endCxn id="46" idx="1"/>
          </p:cNvCxnSpPr>
          <p:nvPr/>
        </p:nvCxnSpPr>
        <p:spPr>
          <a:xfrm>
            <a:off x="7501407" y="2807038"/>
            <a:ext cx="677515" cy="5251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F82E8E4D-DCAA-7A3C-EA11-B0DA8320A7AA}"/>
              </a:ext>
            </a:extLst>
          </p:cNvPr>
          <p:cNvSpPr/>
          <p:nvPr/>
        </p:nvSpPr>
        <p:spPr>
          <a:xfrm>
            <a:off x="6637293" y="2017257"/>
            <a:ext cx="1012372" cy="925286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0E0ABD9-2B59-75C8-169D-D98C9924B5FA}"/>
              </a:ext>
            </a:extLst>
          </p:cNvPr>
          <p:cNvSpPr/>
          <p:nvPr/>
        </p:nvSpPr>
        <p:spPr>
          <a:xfrm>
            <a:off x="7989721" y="1627639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1D7EF15-1E5D-0DED-05DD-C839F44CAB0B}"/>
              </a:ext>
            </a:extLst>
          </p:cNvPr>
          <p:cNvCxnSpPr>
            <a:cxnSpLocks/>
            <a:stCxn id="49" idx="4"/>
            <a:endCxn id="46" idx="0"/>
          </p:cNvCxnSpPr>
          <p:nvPr/>
        </p:nvCxnSpPr>
        <p:spPr>
          <a:xfrm>
            <a:off x="8495907" y="2552925"/>
            <a:ext cx="40943" cy="6437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734AC7A-7A75-0556-8F3A-F3C5D17E8533}"/>
              </a:ext>
            </a:extLst>
          </p:cNvPr>
          <p:cNvSpPr/>
          <p:nvPr/>
        </p:nvSpPr>
        <p:spPr>
          <a:xfrm>
            <a:off x="9531350" y="2422637"/>
            <a:ext cx="1012372" cy="925286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F087220-E4FA-6847-0B8C-761587307325}"/>
              </a:ext>
            </a:extLst>
          </p:cNvPr>
          <p:cNvCxnSpPr>
            <a:cxnSpLocks/>
            <a:stCxn id="53" idx="6"/>
            <a:endCxn id="46" idx="2"/>
          </p:cNvCxnSpPr>
          <p:nvPr/>
        </p:nvCxnSpPr>
        <p:spPr>
          <a:xfrm>
            <a:off x="7280321" y="3658733"/>
            <a:ext cx="750343" cy="5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06316F2F-70C4-F68D-D9A6-F9DA0468F44F}"/>
              </a:ext>
            </a:extLst>
          </p:cNvPr>
          <p:cNvSpPr/>
          <p:nvPr/>
        </p:nvSpPr>
        <p:spPr>
          <a:xfrm>
            <a:off x="6267949" y="3196090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327E92F-CC87-BBED-6C4B-7DCA1BD8742D}"/>
              </a:ext>
            </a:extLst>
          </p:cNvPr>
          <p:cNvCxnSpPr>
            <a:cxnSpLocks/>
            <a:stCxn id="51" idx="3"/>
            <a:endCxn id="46" idx="6"/>
          </p:cNvCxnSpPr>
          <p:nvPr/>
        </p:nvCxnSpPr>
        <p:spPr>
          <a:xfrm flipH="1">
            <a:off x="9043036" y="3212418"/>
            <a:ext cx="636572" cy="4468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247825A-A2DE-7F10-687D-51F05DD03C8E}"/>
              </a:ext>
            </a:extLst>
          </p:cNvPr>
          <p:cNvSpPr/>
          <p:nvPr/>
        </p:nvSpPr>
        <p:spPr>
          <a:xfrm>
            <a:off x="9361322" y="4257447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FE4F86D-6ED7-07D2-8F95-E4389570ED62}"/>
              </a:ext>
            </a:extLst>
          </p:cNvPr>
          <p:cNvCxnSpPr>
            <a:cxnSpLocks/>
            <a:stCxn id="55" idx="1"/>
            <a:endCxn id="46" idx="5"/>
          </p:cNvCxnSpPr>
          <p:nvPr/>
        </p:nvCxnSpPr>
        <p:spPr>
          <a:xfrm flipH="1" flipV="1">
            <a:off x="8894778" y="3986437"/>
            <a:ext cx="614802" cy="4065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CF4B33D-CCC9-FE0C-A1B3-7A4FF02C0E59}"/>
              </a:ext>
            </a:extLst>
          </p:cNvPr>
          <p:cNvSpPr/>
          <p:nvPr/>
        </p:nvSpPr>
        <p:spPr>
          <a:xfrm>
            <a:off x="7882406" y="4810352"/>
            <a:ext cx="1012372" cy="925286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4DDC5CE-5FA1-CFCB-48CF-5A8D99C485C8}"/>
              </a:ext>
            </a:extLst>
          </p:cNvPr>
          <p:cNvCxnSpPr>
            <a:cxnSpLocks/>
            <a:stCxn id="57" idx="0"/>
            <a:endCxn id="46" idx="4"/>
          </p:cNvCxnSpPr>
          <p:nvPr/>
        </p:nvCxnSpPr>
        <p:spPr>
          <a:xfrm flipV="1">
            <a:off x="8388592" y="4121942"/>
            <a:ext cx="148258" cy="6884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8D9A55E8-6315-B4D7-01C0-C0B6D1B6529B}"/>
              </a:ext>
            </a:extLst>
          </p:cNvPr>
          <p:cNvSpPr/>
          <p:nvPr/>
        </p:nvSpPr>
        <p:spPr>
          <a:xfrm>
            <a:off x="10596675" y="1265067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BFDC8FF-96DD-ABFB-8522-8585EF158B23}"/>
              </a:ext>
            </a:extLst>
          </p:cNvPr>
          <p:cNvSpPr/>
          <p:nvPr/>
        </p:nvSpPr>
        <p:spPr>
          <a:xfrm>
            <a:off x="11015421" y="2347004"/>
            <a:ext cx="1012372" cy="925286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D90EF4F-92FE-D2AF-EB76-561AC44064B9}"/>
              </a:ext>
            </a:extLst>
          </p:cNvPr>
          <p:cNvSpPr/>
          <p:nvPr/>
        </p:nvSpPr>
        <p:spPr>
          <a:xfrm>
            <a:off x="10432507" y="3332161"/>
            <a:ext cx="1012372" cy="925286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339F546-AFCB-03DF-BFA4-10EFB9F4140F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9002093" y="2131571"/>
            <a:ext cx="677515" cy="4265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98CB4C8-C989-B4B2-83B6-2C754B375B90}"/>
              </a:ext>
            </a:extLst>
          </p:cNvPr>
          <p:cNvCxnSpPr>
            <a:cxnSpLocks/>
            <a:stCxn id="48" idx="7"/>
            <a:endCxn id="49" idx="2"/>
          </p:cNvCxnSpPr>
          <p:nvPr/>
        </p:nvCxnSpPr>
        <p:spPr>
          <a:xfrm flipV="1">
            <a:off x="7501407" y="2090282"/>
            <a:ext cx="488314" cy="624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3234BEF-2AB5-B931-B33E-1D3A515290D0}"/>
              </a:ext>
            </a:extLst>
          </p:cNvPr>
          <p:cNvCxnSpPr>
            <a:cxnSpLocks/>
            <a:stCxn id="51" idx="5"/>
            <a:endCxn id="61" idx="1"/>
          </p:cNvCxnSpPr>
          <p:nvPr/>
        </p:nvCxnSpPr>
        <p:spPr>
          <a:xfrm>
            <a:off x="10395464" y="3212418"/>
            <a:ext cx="185301" cy="2552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7766B1E-70F8-4B0D-5B14-F1C2D77B5BF7}"/>
              </a:ext>
            </a:extLst>
          </p:cNvPr>
          <p:cNvCxnSpPr>
            <a:cxnSpLocks/>
            <a:stCxn id="51" idx="6"/>
            <a:endCxn id="60" idx="2"/>
          </p:cNvCxnSpPr>
          <p:nvPr/>
        </p:nvCxnSpPr>
        <p:spPr>
          <a:xfrm flipV="1">
            <a:off x="10543722" y="2809647"/>
            <a:ext cx="471699" cy="756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EF058DD-5F15-9BAE-C539-F6DD70574C10}"/>
              </a:ext>
            </a:extLst>
          </p:cNvPr>
          <p:cNvCxnSpPr>
            <a:cxnSpLocks/>
            <a:stCxn id="51" idx="7"/>
            <a:endCxn id="59" idx="3"/>
          </p:cNvCxnSpPr>
          <p:nvPr/>
        </p:nvCxnSpPr>
        <p:spPr>
          <a:xfrm flipV="1">
            <a:off x="10395464" y="2054848"/>
            <a:ext cx="349469" cy="5032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B64EF15-5F82-08DF-3C8E-193161B8FCF9}"/>
              </a:ext>
            </a:extLst>
          </p:cNvPr>
          <p:cNvCxnSpPr>
            <a:cxnSpLocks/>
            <a:endCxn id="61" idx="3"/>
          </p:cNvCxnSpPr>
          <p:nvPr/>
        </p:nvCxnSpPr>
        <p:spPr>
          <a:xfrm flipV="1">
            <a:off x="10211949" y="4121942"/>
            <a:ext cx="368816" cy="2522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2EFF3000-3DA0-2B92-A54A-C70FD68BAB56}"/>
              </a:ext>
            </a:extLst>
          </p:cNvPr>
          <p:cNvSpPr txBox="1">
            <a:spLocks/>
          </p:cNvSpPr>
          <p:nvPr/>
        </p:nvSpPr>
        <p:spPr>
          <a:xfrm>
            <a:off x="7053443" y="503338"/>
            <a:ext cx="2937387" cy="519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500" dirty="0"/>
              <a:t>Low Homophily</a:t>
            </a:r>
          </a:p>
        </p:txBody>
      </p:sp>
    </p:spTree>
    <p:extLst>
      <p:ext uri="{BB962C8B-B14F-4D97-AF65-F5344CB8AC3E}">
        <p14:creationId xmlns:p14="http://schemas.microsoft.com/office/powerpoint/2010/main" val="4278593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</Words>
  <Application>Microsoft Macintosh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Elder</dc:creator>
  <cp:lastModifiedBy>Jacob Elder</cp:lastModifiedBy>
  <cp:revision>1</cp:revision>
  <dcterms:created xsi:type="dcterms:W3CDTF">2023-04-21T00:31:56Z</dcterms:created>
  <dcterms:modified xsi:type="dcterms:W3CDTF">2023-04-21T00:33:30Z</dcterms:modified>
</cp:coreProperties>
</file>